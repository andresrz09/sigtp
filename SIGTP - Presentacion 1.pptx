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Felipe Rozo Garzon" userId="32c2b386683aa894" providerId="LiveId" clId="{16CCECB4-C306-4B4C-BFB5-A5AC873609D9}"/>
    <pc:docChg chg="modSld">
      <pc:chgData name="Andres Felipe Rozo Garzon" userId="32c2b386683aa894" providerId="LiveId" clId="{16CCECB4-C306-4B4C-BFB5-A5AC873609D9}" dt="2026-10-19T03:40:07.061" v="0" actId="1076"/>
      <pc:docMkLst>
        <pc:docMk/>
      </pc:docMkLst>
      <pc:sldChg chg="modSp mod">
        <pc:chgData name="Andres Felipe Rozo Garzon" userId="32c2b386683aa894" providerId="LiveId" clId="{16CCECB4-C306-4B4C-BFB5-A5AC873609D9}" dt="2026-10-19T03:40:07.061" v="0" actId="1076"/>
        <pc:sldMkLst>
          <pc:docMk/>
          <pc:sldMk cId="0" sldId="256"/>
        </pc:sldMkLst>
        <pc:picChg chg="mod">
          <ac:chgData name="Andres Felipe Rozo Garzon" userId="32c2b386683aa894" providerId="LiveId" clId="{16CCECB4-C306-4B4C-BFB5-A5AC873609D9}" dt="2026-10-19T03:40:07.061" v="0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Andres Felipe Rozo Garzon</cp:lastModifiedBy>
  <cp:revision>1</cp:revision>
  <dcterms:created xsi:type="dcterms:W3CDTF">2006-08-16T00:00:00Z</dcterms:created>
  <dcterms:modified xsi:type="dcterms:W3CDTF">2026-10-19T03:40:17Z</dcterms:modified>
</cp:coreProperties>
</file>